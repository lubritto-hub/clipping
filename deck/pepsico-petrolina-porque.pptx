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Tese em uma frase: a casca de coco é boa biomassa para pirólise, e o biochar conversa com metas que a PepsiCo já publicou. O deck termina num próximo passo objetivo — amostra, volume e destinação.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80–85% da massa do fruto é casca. A biomassa já está no pátio, hoje, nesta quantidade. A umidade de 30–70% as-received é o desafio conhecido — secagem integrada com calor do próprio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Lignina alta e cinzas baixas favorecem rendimento e chars aromáticos estáveis. A secção ao lado mostra o argumento: o fruto é quase todo casca.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casca, acontece calor com pouco oxigênio (400–600 °C), sai biochar e energia. Os gases recirculam como calor. ~300 kg/t é benchmark de literatura, a validar com a biomassa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Casca úmida é volumosa e perecível; biochar é seco, cerca de 30% da massa, inerte e estável por séculos — não vira passivo.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Net-zero 2050 validado SBTi; 2030 vs 2022: Escopo 3 FLAG −30%, Escopo 3 E&amp;I −42%; 10 milhões de acres regenerativos até 2030 (3,5 mi em 2024). Biochar no solo dos produtores é prática regenerativa com resultado medido nesta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condições são a aderência dita de forma indireta — deixar o gerente reagir a cada uma. O pedido é único e objetivo: amostra, volume mensal e destinação atual. Nada disso exige trabalho novo do lado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64592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· PE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475488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16"/>
              </a:lnSpc>
              <a:buNone/>
            </a:pPr>
            <a:r>
              <a:rPr lang="en-US" sz="5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</a:t>
            </a:r>
            <a:endParaRPr lang="en-US" sz="5400" dirty="0"/>
          </a:p>
          <a:p>
            <a:pPr indent="0" marL="0">
              <a:lnSpc>
                <a:spcPts val="5616"/>
              </a:lnSpc>
              <a:buNone/>
            </a:pPr>
            <a:r>
              <a:rPr lang="en-US" sz="5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</a:t>
            </a:r>
            <a:endParaRPr lang="en-US" sz="5400" dirty="0"/>
          </a:p>
          <a:p>
            <a:pPr indent="0" marL="0">
              <a:lnSpc>
                <a:spcPts val="5616"/>
              </a:lnSpc>
              <a:buNone/>
            </a:pPr>
            <a:r>
              <a:rPr lang="en-US" sz="5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carbono.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9584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 de casca de coco na unidade de Petrolina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389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 · EPA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3840480" cy="1003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já</a:t>
            </a:r>
            <a:endParaRPr lang="en-US" sz="3800" dirty="0"/>
          </a:p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 no pátio.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86000"/>
            <a:ext cx="3200400" cy="854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80–85%</a:t>
            </a:r>
            <a:endParaRPr lang="en-US" sz="5800" dirty="0"/>
          </a:p>
        </p:txBody>
      </p:sp>
      <p:pic>
        <p:nvPicPr>
          <p:cNvPr id="7" name="Image 0" descr="/home/user/clipping/design-system/.preview/deck-assets/ico/secao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33856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massa do fruto é casca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63931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4A3320"/>
          </a:solidFill>
          <a:ln w="12700">
            <a:solidFill>
              <a:srgbClr val="4A33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712464"/>
            <a:ext cx="146304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30–70%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965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423160" y="363931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3" name="Image 1" descr="/home/user/clipping/design-system/.preview/deck-assets/ico/pilha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3730752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06040" y="409651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perecível em pilha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 de casca e fibra · Devens et al., 2018 · Windeatt et al., 2014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MATERIAL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4206240" cy="1003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lignina.</a:t>
            </a:r>
            <a:endParaRPr lang="en-US" sz="3800" dirty="0"/>
          </a:p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Pouca cinza.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6" name="Image 0" descr="/home/user/clipping/design-system/.preview/deck-assets/ico/endocarpo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591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688336"/>
            <a:ext cx="155448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25–53%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369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lignina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50592" y="2212848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0" name="Image 1" descr="/home/user/clipping/design-system/.preview/deck-assets/ico/char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2" y="23591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33472" y="2688336"/>
            <a:ext cx="155448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2633472" y="32369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cinzas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840480"/>
            <a:ext cx="3776472" cy="9144"/>
          </a:xfrm>
          <a:prstGeom prst="rect">
            <a:avLst/>
          </a:prstGeom>
          <a:solidFill>
            <a:srgbClr val="AEB7B9">
              <a:alpha val="60000"/>
            </a:srgb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40050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carbono fixo, e um char mais limpo.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literatura técnica · Devens et al., 2018 · Windeatt et al., 2014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4023360" cy="1003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Calor,</a:t>
            </a:r>
            <a:endParaRPr lang="en-US" sz="3800" dirty="0"/>
          </a:p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oxigênio.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4617720" y="859536"/>
            <a:ext cx="4023360" cy="82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6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400–600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75564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graus celsius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8" name="Image 0" descr="/home/user/clipping/design-system/.preview/deck-assets/ico/pilha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" y="2438156"/>
            <a:ext cx="317480" cy="317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004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0827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1" name="Image 1" descr="/home/user/clipping/design-system/.preview/deck-assets/ico/calor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000" y="2438156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5166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73989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4" name="Image 2" descr="/home/user/clipping/design-system/.preview/deck-assets/ico/reator-ste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620" y="2438156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38328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27151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7" name="Image 3" descr="/home/user/clipping/design-system/.preview/deck-assets/ico/gases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6240" y="2438156"/>
            <a:ext cx="317480" cy="317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91490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6803136" y="2313432"/>
            <a:ext cx="566928" cy="566928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0" name="Image 4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7860" y="2438156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44652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3602736"/>
            <a:ext cx="146304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</a:t>
            </a:r>
            <a:endParaRPr lang="en-US" sz="30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seca entra</a:t>
            </a:r>
            <a:endParaRPr lang="en-US" sz="900" dirty="0"/>
          </a:p>
        </p:txBody>
      </p:sp>
      <p:sp>
        <p:nvSpPr>
          <p:cNvPr id="24" name="Text 17"/>
          <p:cNvSpPr txBox="1"/>
          <p:nvPr/>
        </p:nvSpPr>
        <p:spPr>
          <a:xfrm>
            <a:off x="5120640" y="3602736"/>
            <a:ext cx="237744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kg</a:t>
            </a:r>
            <a:endParaRPr lang="en-US" sz="3000" dirty="0"/>
          </a:p>
        </p:txBody>
      </p:sp>
      <p:sp>
        <p:nvSpPr>
          <p:cNvPr id="25" name="Text 18"/>
          <p:cNvSpPr txBox="1"/>
          <p:nvPr/>
        </p:nvSpPr>
        <p:spPr>
          <a:xfrm>
            <a:off x="5120640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sai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de benchmark de literatura para casca de coco — a validar com a biomassa da unidade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3291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Sólido,</a:t>
            </a:r>
            <a:endParaRPr lang="en-US" sz="3600" dirty="0"/>
          </a:p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seco,</a:t>
            </a:r>
            <a:endParaRPr lang="en-US" sz="3600" dirty="0"/>
          </a:p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95728"/>
            <a:ext cx="3291840" cy="126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0" b="1" spc="-3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−70%</a:t>
            </a:r>
            <a:endParaRPr lang="en-US" sz="8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6758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massa em relação à casca úmida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3986784"/>
            <a:ext cx="1024128" cy="566928"/>
          </a:xfrm>
          <a:prstGeom prst="roundRect">
            <a:avLst>
              <a:gd name="adj" fmla="val 193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8" name="Image 0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4059936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0936" y="4352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36776" y="3986784"/>
            <a:ext cx="1024128" cy="566928"/>
          </a:xfrm>
          <a:prstGeom prst="roundRect">
            <a:avLst>
              <a:gd name="adj" fmla="val 193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1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40599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64792" y="4352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inerte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2770632" y="3986784"/>
            <a:ext cx="1024128" cy="566928"/>
          </a:xfrm>
          <a:prstGeom prst="roundRect">
            <a:avLst>
              <a:gd name="adj" fmla="val 193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4" name="Image 2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8648" y="405993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898648" y="4352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séculos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46268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certificável em Puro.earth · EBC · metano evitado em pilhas úmidas: metodologia Puro.earth (2025)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554480" cy="274320"/>
          </a:xfrm>
          <a:prstGeom prst="roundRect">
            <a:avLst>
              <a:gd name="adj" fmla="val 166667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PUBLICADO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58521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20"/>
              </a:lnSpc>
              <a:buNone/>
            </a:pPr>
            <a:r>
              <a:rPr lang="en-US" sz="30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metas já estão publicadas.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6" name="Image 0" descr="/home/user/clipping/design-system/.preview/deck-assets/ico/solo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82880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7512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67512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agrícola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578608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0" name="Image 1" descr="/home/user/clipping/design-system/.preview/deck-assets/ico/palmeira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8288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43200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 regenerativos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54296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4" name="Image 2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182880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18888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−42%</a:t>
            </a: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4818888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· energia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729984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3" descr="/home/user/clipping/design-system/.preview/deck-assets/ico/removal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182880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6894576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net-zero · SBTi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502920" y="2980944"/>
            <a:ext cx="8138160" cy="822960"/>
          </a:xfrm>
          <a:prstGeom prst="roundRect">
            <a:avLst>
              <a:gd name="adj" fmla="val 11111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2" name="Image 4" descr="/home/user/clipping/design-system/.preview/deck-assets/ico/muda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18211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98448" y="3090672"/>
            <a:ext cx="210312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 p.p.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3456432" y="325526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sobrevivência de mudas de caju com biochar: 26% → 68%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502920" y="400507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Embrapa Semiárido, Petrolina · 2026   ·   PepsiCo Climate Transition Plan, mai/2025 · metas validadas pela SBTi   ·   1,24 Mt já contratadas pela Microsoft (Exomad Green, Puro.earth)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73736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5852160" cy="4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847088"/>
            <a:ext cx="2615184" cy="1481328"/>
          </a:xfrm>
          <a:prstGeom prst="roundRect">
            <a:avLst>
              <a:gd name="adj" fmla="val 5556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993392"/>
            <a:ext cx="512064" cy="512064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42" y="2106046"/>
            <a:ext cx="286756" cy="2867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66544"/>
            <a:ext cx="7315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2633472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regular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299923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e frequência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64408" y="1847088"/>
            <a:ext cx="2615184" cy="1481328"/>
          </a:xfrm>
          <a:prstGeom prst="roundRect">
            <a:avLst>
              <a:gd name="adj" fmla="val 5556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65576" y="1993392"/>
            <a:ext cx="512064" cy="512064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3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230" y="2106046"/>
            <a:ext cx="286756" cy="2867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78808" y="2066544"/>
            <a:ext cx="7315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502152" y="2633472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na rotina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02152" y="299923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etapa térmica que caiba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025896" y="1847088"/>
            <a:ext cx="2615184" cy="1481328"/>
          </a:xfrm>
          <a:prstGeom prst="roundRect">
            <a:avLst>
              <a:gd name="adj" fmla="val 5556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27064" y="1993392"/>
            <a:ext cx="512064" cy="512064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9" name="Image 2" descr="/home/user/clipping/design-system/.preview/deck-assets/ico/sol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718" y="2106046"/>
            <a:ext cx="286756" cy="2867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940296" y="2066544"/>
            <a:ext cx="7315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6263640" y="2633472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 para o char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63640" y="299923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produtores, materiais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502920" y="3529584"/>
            <a:ext cx="8138160" cy="932688"/>
          </a:xfrm>
          <a:prstGeom prst="roundRect">
            <a:avLst>
              <a:gd name="adj" fmla="val 9804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49808" y="36941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Caracterizar a casca da unidade em laboratório.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749808" y="4096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uma amostra da casca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3401568" y="4096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 volume mensal gerado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6053328" y="4096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 destinação atual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 · EPA · Petrolina / PE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PepsiCo Petrolina — casca vira carbono</dc:title>
  <dc:subject>PptxGenJS Presentation</dc:subject>
  <dc:creator>RECICLAR · EPA</dc:creator>
  <cp:lastModifiedBy>RECICLAR · EPA</cp:lastModifiedBy>
  <cp:revision>1</cp:revision>
  <dcterms:created xsi:type="dcterms:W3CDTF">2026-09-02T00:54:48Z</dcterms:created>
  <dcterms:modified xsi:type="dcterms:W3CDTF">2026-09-02T00:54:48Z</dcterms:modified>
</cp:coreProperties>
</file>